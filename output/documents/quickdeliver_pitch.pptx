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QuickDeliver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is slow and expensive.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drones.</a:t>
            </a:r>
          </a:p>
          <a:p>
            <a:pPr/>
            <a:r>
              <a:t>Fast</a:t>
            </a:r>
          </a:p>
          <a:p>
            <a:pPr/>
            <a:r>
              <a:t>Cheap</a:t>
            </a:r>
          </a:p>
          <a:p>
            <a:pPr/>
            <a:r>
              <a:t>Green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